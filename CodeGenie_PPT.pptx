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DEB950-CE6E-4109-AEB8-99196E649243}" v="112" dt="2026-03-24T17:12:10.4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0" d="100"/>
          <a:sy n="60" d="100"/>
        </p:scale>
        <p:origin x="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nanasree Kummara" userId="d1adbc54644c14b5" providerId="LiveId" clId="{E9BA349C-3E67-45F2-98C7-BCD4AAB8C3EF}"/>
    <pc:docChg chg="undo custSel addSld delSld modSld sldOrd modMainMaster">
      <pc:chgData name="Gnanasree Kummara" userId="d1adbc54644c14b5" providerId="LiveId" clId="{E9BA349C-3E67-45F2-98C7-BCD4AAB8C3EF}" dt="2026-03-24T17:28:07.076" v="902" actId="207"/>
      <pc:docMkLst>
        <pc:docMk/>
      </pc:docMkLst>
      <pc:sldChg chg="modSp mod">
        <pc:chgData name="Gnanasree Kummara" userId="d1adbc54644c14b5" providerId="LiveId" clId="{E9BA349C-3E67-45F2-98C7-BCD4AAB8C3EF}" dt="2026-03-19T18:24:51.095" v="58"/>
        <pc:sldMkLst>
          <pc:docMk/>
          <pc:sldMk cId="3108538793" sldId="256"/>
        </pc:sldMkLst>
        <pc:spChg chg="mod">
          <ac:chgData name="Gnanasree Kummara" userId="d1adbc54644c14b5" providerId="LiveId" clId="{E9BA349C-3E67-45F2-98C7-BCD4AAB8C3EF}" dt="2026-03-19T18:24:51.095" v="58"/>
          <ac:spMkLst>
            <pc:docMk/>
            <pc:sldMk cId="3108538793" sldId="256"/>
            <ac:spMk id="2" creationId="{1A1ACC06-07BF-D6D3-0C70-AAE113F438EE}"/>
          </ac:spMkLst>
        </pc:spChg>
        <pc:spChg chg="mod">
          <ac:chgData name="Gnanasree Kummara" userId="d1adbc54644c14b5" providerId="LiveId" clId="{E9BA349C-3E67-45F2-98C7-BCD4AAB8C3EF}" dt="2026-03-19T18:24:51.095" v="58"/>
          <ac:spMkLst>
            <pc:docMk/>
            <pc:sldMk cId="3108538793" sldId="256"/>
            <ac:spMk id="3" creationId="{D74C4414-D050-CC26-4E70-06A551216126}"/>
          </ac:spMkLst>
        </pc:spChg>
      </pc:sldChg>
      <pc:sldChg chg="addSp modSp new mod">
        <pc:chgData name="Gnanasree Kummara" userId="d1adbc54644c14b5" providerId="LiveId" clId="{E9BA349C-3E67-45F2-98C7-BCD4AAB8C3EF}" dt="2026-03-24T17:12:10.446" v="875"/>
        <pc:sldMkLst>
          <pc:docMk/>
          <pc:sldMk cId="337037458" sldId="257"/>
        </pc:sldMkLst>
        <pc:spChg chg="mod">
          <ac:chgData name="Gnanasree Kummara" userId="d1adbc54644c14b5" providerId="LiveId" clId="{E9BA349C-3E67-45F2-98C7-BCD4AAB8C3EF}" dt="2026-03-19T18:25:20.846" v="76" actId="20577"/>
          <ac:spMkLst>
            <pc:docMk/>
            <pc:sldMk cId="337037458" sldId="257"/>
            <ac:spMk id="2" creationId="{D3EACD43-F354-C02E-143D-514823F53BBD}"/>
          </ac:spMkLst>
        </pc:spChg>
        <pc:spChg chg="mod">
          <ac:chgData name="Gnanasree Kummara" userId="d1adbc54644c14b5" providerId="LiveId" clId="{E9BA349C-3E67-45F2-98C7-BCD4AAB8C3EF}" dt="2026-03-24T17:12:10.446" v="875"/>
          <ac:spMkLst>
            <pc:docMk/>
            <pc:sldMk cId="337037458" sldId="257"/>
            <ac:spMk id="3" creationId="{49FE20D2-139B-A5BF-6F5B-360E7E9930CF}"/>
          </ac:spMkLst>
        </pc:spChg>
      </pc:sldChg>
      <pc:sldChg chg="modSp new mod modAnim">
        <pc:chgData name="Gnanasree Kummara" userId="d1adbc54644c14b5" providerId="LiveId" clId="{E9BA349C-3E67-45F2-98C7-BCD4AAB8C3EF}" dt="2026-03-23T15:47:11.560" v="802"/>
        <pc:sldMkLst>
          <pc:docMk/>
          <pc:sldMk cId="374565471" sldId="259"/>
        </pc:sldMkLst>
        <pc:spChg chg="mod">
          <ac:chgData name="Gnanasree Kummara" userId="d1adbc54644c14b5" providerId="LiveId" clId="{E9BA349C-3E67-45F2-98C7-BCD4AAB8C3EF}" dt="2026-03-19T18:37:52.440" v="151" actId="20577"/>
          <ac:spMkLst>
            <pc:docMk/>
            <pc:sldMk cId="374565471" sldId="259"/>
            <ac:spMk id="2" creationId="{373EFDF9-D6B5-1504-BE74-567E84C06CBB}"/>
          </ac:spMkLst>
        </pc:spChg>
        <pc:spChg chg="mod">
          <ac:chgData name="Gnanasree Kummara" userId="d1adbc54644c14b5" providerId="LiveId" clId="{E9BA349C-3E67-45F2-98C7-BCD4AAB8C3EF}" dt="2026-03-19T18:37:58.300" v="156" actId="20577"/>
          <ac:spMkLst>
            <pc:docMk/>
            <pc:sldMk cId="374565471" sldId="259"/>
            <ac:spMk id="3" creationId="{95BDC958-CC0D-0599-63DE-33D70C0CE8AA}"/>
          </ac:spMkLst>
        </pc:spChg>
        <pc:spChg chg="mod">
          <ac:chgData name="Gnanasree Kummara" userId="d1adbc54644c14b5" providerId="LiveId" clId="{E9BA349C-3E67-45F2-98C7-BCD4AAB8C3EF}" dt="2026-03-19T19:30:37.677" v="749" actId="14100"/>
          <ac:spMkLst>
            <pc:docMk/>
            <pc:sldMk cId="374565471" sldId="259"/>
            <ac:spMk id="4" creationId="{391C03FC-6485-FC6D-1AF0-8595BC927FC2}"/>
          </ac:spMkLst>
        </pc:spChg>
        <pc:spChg chg="mod">
          <ac:chgData name="Gnanasree Kummara" userId="d1adbc54644c14b5" providerId="LiveId" clId="{E9BA349C-3E67-45F2-98C7-BCD4AAB8C3EF}" dt="2026-03-19T18:38:04.644" v="166" actId="20577"/>
          <ac:spMkLst>
            <pc:docMk/>
            <pc:sldMk cId="374565471" sldId="259"/>
            <ac:spMk id="5" creationId="{F8062F9B-DCDD-4C2B-30FF-7C25D15C5D21}"/>
          </ac:spMkLst>
        </pc:spChg>
        <pc:spChg chg="mod">
          <ac:chgData name="Gnanasree Kummara" userId="d1adbc54644c14b5" providerId="LiveId" clId="{E9BA349C-3E67-45F2-98C7-BCD4AAB8C3EF}" dt="2026-03-19T19:30:43.236" v="750" actId="14100"/>
          <ac:spMkLst>
            <pc:docMk/>
            <pc:sldMk cId="374565471" sldId="259"/>
            <ac:spMk id="6" creationId="{5C9BD8B8-8B5E-7948-5DE3-EC4D255514E4}"/>
          </ac:spMkLst>
        </pc:spChg>
      </pc:sldChg>
      <pc:sldChg chg="addSp delSp modSp new mod delAnim modAnim">
        <pc:chgData name="Gnanasree Kummara" userId="d1adbc54644c14b5" providerId="LiveId" clId="{E9BA349C-3E67-45F2-98C7-BCD4AAB8C3EF}" dt="2026-03-24T02:52:26.908" v="874" actId="14100"/>
        <pc:sldMkLst>
          <pc:docMk/>
          <pc:sldMk cId="2864727917" sldId="260"/>
        </pc:sldMkLst>
        <pc:spChg chg="mod">
          <ac:chgData name="Gnanasree Kummara" userId="d1adbc54644c14b5" providerId="LiveId" clId="{E9BA349C-3E67-45F2-98C7-BCD4AAB8C3EF}" dt="2026-03-19T18:45:20.058" v="234" actId="1076"/>
          <ac:spMkLst>
            <pc:docMk/>
            <pc:sldMk cId="2864727917" sldId="260"/>
            <ac:spMk id="2" creationId="{5A6F823B-94AD-7DAB-BE48-36DA511B9B45}"/>
          </ac:spMkLst>
        </pc:spChg>
        <pc:spChg chg="mod">
          <ac:chgData name="Gnanasree Kummara" userId="d1adbc54644c14b5" providerId="LiveId" clId="{E9BA349C-3E67-45F2-98C7-BCD4AAB8C3EF}" dt="2026-03-19T18:42:08.944" v="221" actId="207"/>
          <ac:spMkLst>
            <pc:docMk/>
            <pc:sldMk cId="2864727917" sldId="260"/>
            <ac:spMk id="4" creationId="{5BA5ABF9-97F3-01B4-6DFF-5424EA96524B}"/>
          </ac:spMkLst>
        </pc:spChg>
        <pc:spChg chg="add del">
          <ac:chgData name="Gnanasree Kummara" userId="d1adbc54644c14b5" providerId="LiveId" clId="{E9BA349C-3E67-45F2-98C7-BCD4AAB8C3EF}" dt="2026-03-23T17:22:43.537" v="837" actId="478"/>
          <ac:spMkLst>
            <pc:docMk/>
            <pc:sldMk cId="2864727917" sldId="260"/>
            <ac:spMk id="10" creationId="{2BDD5E4F-705E-D5EF-8C93-EF04A1727E51}"/>
          </ac:spMkLst>
        </pc:spChg>
        <pc:picChg chg="add del mod">
          <ac:chgData name="Gnanasree Kummara" userId="d1adbc54644c14b5" providerId="LiveId" clId="{E9BA349C-3E67-45F2-98C7-BCD4AAB8C3EF}" dt="2026-03-23T17:11:41.722" v="805" actId="478"/>
          <ac:picMkLst>
            <pc:docMk/>
            <pc:sldMk cId="2864727917" sldId="260"/>
            <ac:picMk id="3" creationId="{78F71AA0-1D10-5230-A850-E927DAFC3F2A}"/>
          </ac:picMkLst>
        </pc:picChg>
        <pc:picChg chg="add mod">
          <ac:chgData name="Gnanasree Kummara" userId="d1adbc54644c14b5" providerId="LiveId" clId="{E9BA349C-3E67-45F2-98C7-BCD4AAB8C3EF}" dt="2026-03-24T02:50:31.025" v="861" actId="1076"/>
          <ac:picMkLst>
            <pc:docMk/>
            <pc:sldMk cId="2864727917" sldId="260"/>
            <ac:picMk id="5" creationId="{81C0C758-D024-606D-C1E1-07BFB6C66362}"/>
          </ac:picMkLst>
        </pc:picChg>
        <pc:picChg chg="add del mod">
          <ac:chgData name="Gnanasree Kummara" userId="d1adbc54644c14b5" providerId="LiveId" clId="{E9BA349C-3E67-45F2-98C7-BCD4AAB8C3EF}" dt="2026-03-23T17:21:14.567" v="832" actId="478"/>
          <ac:picMkLst>
            <pc:docMk/>
            <pc:sldMk cId="2864727917" sldId="260"/>
            <ac:picMk id="7" creationId="{F8F8BE8D-1DD5-6806-2B55-B1CCACB1BCC7}"/>
          </ac:picMkLst>
        </pc:picChg>
        <pc:picChg chg="add del mod">
          <ac:chgData name="Gnanasree Kummara" userId="d1adbc54644c14b5" providerId="LiveId" clId="{E9BA349C-3E67-45F2-98C7-BCD4AAB8C3EF}" dt="2026-03-24T02:49:07.552" v="853" actId="478"/>
          <ac:picMkLst>
            <pc:docMk/>
            <pc:sldMk cId="2864727917" sldId="260"/>
            <ac:picMk id="9" creationId="{454BF1C1-A137-50AB-98AC-5CCBFD8F59F9}"/>
          </ac:picMkLst>
        </pc:picChg>
        <pc:picChg chg="add del mod">
          <ac:chgData name="Gnanasree Kummara" userId="d1adbc54644c14b5" providerId="LiveId" clId="{E9BA349C-3E67-45F2-98C7-BCD4AAB8C3EF}" dt="2026-03-23T06:17:53.936" v="774" actId="478"/>
          <ac:picMkLst>
            <pc:docMk/>
            <pc:sldMk cId="2864727917" sldId="260"/>
            <ac:picMk id="10" creationId="{A789B066-C229-FD93-5914-9183AD51E9FE}"/>
          </ac:picMkLst>
        </pc:picChg>
        <pc:cxnChg chg="add del mod">
          <ac:chgData name="Gnanasree Kummara" userId="d1adbc54644c14b5" providerId="LiveId" clId="{E9BA349C-3E67-45F2-98C7-BCD4AAB8C3EF}" dt="2026-03-23T17:11:46.251" v="806" actId="478"/>
          <ac:cxnSpMkLst>
            <pc:docMk/>
            <pc:sldMk cId="2864727917" sldId="260"/>
            <ac:cxnSpMk id="6" creationId="{C5383DC6-67B8-2320-D097-ED812764E9B9}"/>
          </ac:cxnSpMkLst>
        </pc:cxnChg>
        <pc:cxnChg chg="add del mod">
          <ac:chgData name="Gnanasree Kummara" userId="d1adbc54644c14b5" providerId="LiveId" clId="{E9BA349C-3E67-45F2-98C7-BCD4AAB8C3EF}" dt="2026-03-23T17:11:52.771" v="808" actId="478"/>
          <ac:cxnSpMkLst>
            <pc:docMk/>
            <pc:sldMk cId="2864727917" sldId="260"/>
            <ac:cxnSpMk id="11" creationId="{8D356BAB-0B80-CB12-1ECD-B8FAF390D834}"/>
          </ac:cxnSpMkLst>
        </pc:cxnChg>
        <pc:cxnChg chg="add mod">
          <ac:chgData name="Gnanasree Kummara" userId="d1adbc54644c14b5" providerId="LiveId" clId="{E9BA349C-3E67-45F2-98C7-BCD4AAB8C3EF}" dt="2026-03-24T02:51:46.602" v="872" actId="14100"/>
          <ac:cxnSpMkLst>
            <pc:docMk/>
            <pc:sldMk cId="2864727917" sldId="260"/>
            <ac:cxnSpMk id="13" creationId="{13AF0852-FD49-C2A6-DB2D-1F76EA9194E1}"/>
          </ac:cxnSpMkLst>
        </pc:cxnChg>
        <pc:cxnChg chg="add del mod">
          <ac:chgData name="Gnanasree Kummara" userId="d1adbc54644c14b5" providerId="LiveId" clId="{E9BA349C-3E67-45F2-98C7-BCD4AAB8C3EF}" dt="2026-03-23T17:11:48.818" v="807" actId="478"/>
          <ac:cxnSpMkLst>
            <pc:docMk/>
            <pc:sldMk cId="2864727917" sldId="260"/>
            <ac:cxnSpMk id="15" creationId="{A3442F1A-92E6-A9F3-23AE-67805EB30E1D}"/>
          </ac:cxnSpMkLst>
        </pc:cxnChg>
        <pc:cxnChg chg="add mod">
          <ac:chgData name="Gnanasree Kummara" userId="d1adbc54644c14b5" providerId="LiveId" clId="{E9BA349C-3E67-45F2-98C7-BCD4AAB8C3EF}" dt="2026-03-24T02:51:20.197" v="869" actId="14100"/>
          <ac:cxnSpMkLst>
            <pc:docMk/>
            <pc:sldMk cId="2864727917" sldId="260"/>
            <ac:cxnSpMk id="18" creationId="{B053566D-72B1-9B8E-F5FE-AC5839262FB3}"/>
          </ac:cxnSpMkLst>
        </pc:cxnChg>
        <pc:cxnChg chg="add del mod">
          <ac:chgData name="Gnanasree Kummara" userId="d1adbc54644c14b5" providerId="LiveId" clId="{E9BA349C-3E67-45F2-98C7-BCD4AAB8C3EF}" dt="2026-03-23T17:11:56.471" v="809" actId="478"/>
          <ac:cxnSpMkLst>
            <pc:docMk/>
            <pc:sldMk cId="2864727917" sldId="260"/>
            <ac:cxnSpMk id="20" creationId="{7CB53A3F-C91A-647E-1C29-DEC9532BEF31}"/>
          </ac:cxnSpMkLst>
        </pc:cxnChg>
        <pc:cxnChg chg="add mod">
          <ac:chgData name="Gnanasree Kummara" userId="d1adbc54644c14b5" providerId="LiveId" clId="{E9BA349C-3E67-45F2-98C7-BCD4AAB8C3EF}" dt="2026-03-24T02:52:26.908" v="874" actId="14100"/>
          <ac:cxnSpMkLst>
            <pc:docMk/>
            <pc:sldMk cId="2864727917" sldId="260"/>
            <ac:cxnSpMk id="21" creationId="{B494105D-B006-BDF9-8378-B31523D79F29}"/>
          </ac:cxnSpMkLst>
        </pc:cxnChg>
        <pc:cxnChg chg="add mod">
          <ac:chgData name="Gnanasree Kummara" userId="d1adbc54644c14b5" providerId="LiveId" clId="{E9BA349C-3E67-45F2-98C7-BCD4AAB8C3EF}" dt="2026-03-24T02:51:31.258" v="871" actId="14100"/>
          <ac:cxnSpMkLst>
            <pc:docMk/>
            <pc:sldMk cId="2864727917" sldId="260"/>
            <ac:cxnSpMk id="25" creationId="{C4C489C5-418D-4411-A647-3555E0DEE9EA}"/>
          </ac:cxnSpMkLst>
        </pc:cxnChg>
      </pc:sldChg>
      <pc:sldChg chg="addSp delSp modSp new mod modAnim">
        <pc:chgData name="Gnanasree Kummara" userId="d1adbc54644c14b5" providerId="LiveId" clId="{E9BA349C-3E67-45F2-98C7-BCD4AAB8C3EF}" dt="2026-03-23T17:17:15.012" v="829"/>
        <pc:sldMkLst>
          <pc:docMk/>
          <pc:sldMk cId="2868525077" sldId="261"/>
        </pc:sldMkLst>
        <pc:spChg chg="mod">
          <ac:chgData name="Gnanasree Kummara" userId="d1adbc54644c14b5" providerId="LiveId" clId="{E9BA349C-3E67-45F2-98C7-BCD4AAB8C3EF}" dt="2026-03-23T17:17:15.012" v="829"/>
          <ac:spMkLst>
            <pc:docMk/>
            <pc:sldMk cId="2868525077" sldId="261"/>
            <ac:spMk id="2" creationId="{13689503-288D-734E-A1A8-B759C5B49BC7}"/>
          </ac:spMkLst>
        </pc:spChg>
        <pc:spChg chg="add mod">
          <ac:chgData name="Gnanasree Kummara" userId="d1adbc54644c14b5" providerId="LiveId" clId="{E9BA349C-3E67-45F2-98C7-BCD4AAB8C3EF}" dt="2026-03-23T17:12:34.955" v="810"/>
          <ac:spMkLst>
            <pc:docMk/>
            <pc:sldMk cId="2868525077" sldId="261"/>
            <ac:spMk id="4" creationId="{89FA09D5-F11F-4381-BCF4-69234A988A04}"/>
          </ac:spMkLst>
        </pc:spChg>
        <pc:spChg chg="add mod">
          <ac:chgData name="Gnanasree Kummara" userId="d1adbc54644c14b5" providerId="LiveId" clId="{E9BA349C-3E67-45F2-98C7-BCD4AAB8C3EF}" dt="2026-03-23T17:12:59.161" v="813" actId="20577"/>
          <ac:spMkLst>
            <pc:docMk/>
            <pc:sldMk cId="2868525077" sldId="261"/>
            <ac:spMk id="5" creationId="{0A87CF97-A885-B852-0B8E-EB1CF4E10A57}"/>
          </ac:spMkLst>
        </pc:spChg>
        <pc:spChg chg="add mod">
          <ac:chgData name="Gnanasree Kummara" userId="d1adbc54644c14b5" providerId="LiveId" clId="{E9BA349C-3E67-45F2-98C7-BCD4AAB8C3EF}" dt="2026-03-23T17:13:11.580" v="815" actId="20577"/>
          <ac:spMkLst>
            <pc:docMk/>
            <pc:sldMk cId="2868525077" sldId="261"/>
            <ac:spMk id="6" creationId="{18E3450A-4E2A-B054-97E5-682FB62FA252}"/>
          </ac:spMkLst>
        </pc:spChg>
        <pc:spChg chg="add mod">
          <ac:chgData name="Gnanasree Kummara" userId="d1adbc54644c14b5" providerId="LiveId" clId="{E9BA349C-3E67-45F2-98C7-BCD4AAB8C3EF}" dt="2026-03-23T17:13:23.145" v="816"/>
          <ac:spMkLst>
            <pc:docMk/>
            <pc:sldMk cId="2868525077" sldId="261"/>
            <ac:spMk id="8" creationId="{9CA23D9E-C875-5098-79BA-4EF410F927DD}"/>
          </ac:spMkLst>
        </pc:spChg>
        <pc:spChg chg="add mod">
          <ac:chgData name="Gnanasree Kummara" userId="d1adbc54644c14b5" providerId="LiveId" clId="{E9BA349C-3E67-45F2-98C7-BCD4AAB8C3EF}" dt="2026-03-23T17:14:09.415" v="820"/>
          <ac:spMkLst>
            <pc:docMk/>
            <pc:sldMk cId="2868525077" sldId="261"/>
            <ac:spMk id="9" creationId="{8CC4ACE8-0A7C-E4ED-A23E-65B0186EE939}"/>
          </ac:spMkLst>
        </pc:spChg>
        <pc:spChg chg="add mod">
          <ac:chgData name="Gnanasree Kummara" userId="d1adbc54644c14b5" providerId="LiveId" clId="{E9BA349C-3E67-45F2-98C7-BCD4AAB8C3EF}" dt="2026-03-23T17:13:57.395" v="819"/>
          <ac:spMkLst>
            <pc:docMk/>
            <pc:sldMk cId="2868525077" sldId="261"/>
            <ac:spMk id="10" creationId="{27F61D9F-7852-409A-46AB-F2E9BC1EA840}"/>
          </ac:spMkLst>
        </pc:spChg>
        <pc:spChg chg="add mod">
          <ac:chgData name="Gnanasree Kummara" userId="d1adbc54644c14b5" providerId="LiveId" clId="{E9BA349C-3E67-45F2-98C7-BCD4AAB8C3EF}" dt="2026-03-23T17:13:45.801" v="818"/>
          <ac:spMkLst>
            <pc:docMk/>
            <pc:sldMk cId="2868525077" sldId="261"/>
            <ac:spMk id="11" creationId="{A7785496-EB23-B7E9-7F74-20C077BFBE92}"/>
          </ac:spMkLst>
        </pc:spChg>
        <pc:spChg chg="add del mod">
          <ac:chgData name="Gnanasree Kummara" userId="d1adbc54644c14b5" providerId="LiveId" clId="{E9BA349C-3E67-45F2-98C7-BCD4AAB8C3EF}" dt="2026-03-23T17:14:13.019" v="821" actId="478"/>
          <ac:spMkLst>
            <pc:docMk/>
            <pc:sldMk cId="2868525077" sldId="261"/>
            <ac:spMk id="14" creationId="{A5F92E79-0493-3DA9-6E11-777F859B8FB1}"/>
          </ac:spMkLst>
        </pc:spChg>
        <pc:spChg chg="add del mod">
          <ac:chgData name="Gnanasree Kummara" userId="d1adbc54644c14b5" providerId="LiveId" clId="{E9BA349C-3E67-45F2-98C7-BCD4AAB8C3EF}" dt="2026-03-23T17:14:14.779" v="822" actId="478"/>
          <ac:spMkLst>
            <pc:docMk/>
            <pc:sldMk cId="2868525077" sldId="261"/>
            <ac:spMk id="15" creationId="{5CCF9AB2-9930-BB04-6336-C928B063BFB0}"/>
          </ac:spMkLst>
        </pc:spChg>
        <pc:spChg chg="add mod">
          <ac:chgData name="Gnanasree Kummara" userId="d1adbc54644c14b5" providerId="LiveId" clId="{E9BA349C-3E67-45F2-98C7-BCD4AAB8C3EF}" dt="2026-03-23T17:13:33.939" v="817"/>
          <ac:spMkLst>
            <pc:docMk/>
            <pc:sldMk cId="2868525077" sldId="261"/>
            <ac:spMk id="16" creationId="{8EFDB3BE-97F8-3198-DE1D-52EC2215FACB}"/>
          </ac:spMkLst>
        </pc:spChg>
        <pc:cxnChg chg="add">
          <ac:chgData name="Gnanasree Kummara" userId="d1adbc54644c14b5" providerId="LiveId" clId="{E9BA349C-3E67-45F2-98C7-BCD4AAB8C3EF}" dt="2026-03-23T17:16:07.002" v="828" actId="11529"/>
          <ac:cxnSpMkLst>
            <pc:docMk/>
            <pc:sldMk cId="2868525077" sldId="261"/>
            <ac:cxnSpMk id="7" creationId="{AF0D994E-A396-1DDC-DD01-19B78C11F5E7}"/>
          </ac:cxnSpMkLst>
        </pc:cxnChg>
        <pc:cxnChg chg="add">
          <ac:chgData name="Gnanasree Kummara" userId="d1adbc54644c14b5" providerId="LiveId" clId="{E9BA349C-3E67-45F2-98C7-BCD4AAB8C3EF}" dt="2026-03-19T19:07:28.847" v="531" actId="11529"/>
          <ac:cxnSpMkLst>
            <pc:docMk/>
            <pc:sldMk cId="2868525077" sldId="261"/>
            <ac:cxnSpMk id="18" creationId="{B4044225-E7A2-C189-28DB-4F51BF0D2219}"/>
          </ac:cxnSpMkLst>
        </pc:cxnChg>
        <pc:cxnChg chg="add">
          <ac:chgData name="Gnanasree Kummara" userId="d1adbc54644c14b5" providerId="LiveId" clId="{E9BA349C-3E67-45F2-98C7-BCD4AAB8C3EF}" dt="2026-03-19T19:07:57.845" v="532" actId="11529"/>
          <ac:cxnSpMkLst>
            <pc:docMk/>
            <pc:sldMk cId="2868525077" sldId="261"/>
            <ac:cxnSpMk id="20" creationId="{212324FD-555E-BF53-E177-BC08B359E8C3}"/>
          </ac:cxnSpMkLst>
        </pc:cxnChg>
        <pc:cxnChg chg="add">
          <ac:chgData name="Gnanasree Kummara" userId="d1adbc54644c14b5" providerId="LiveId" clId="{E9BA349C-3E67-45F2-98C7-BCD4AAB8C3EF}" dt="2026-03-19T19:08:11.504" v="533" actId="11529"/>
          <ac:cxnSpMkLst>
            <pc:docMk/>
            <pc:sldMk cId="2868525077" sldId="261"/>
            <ac:cxnSpMk id="22" creationId="{044D8F88-E4A0-46BC-A7BC-F3AFFA78DA99}"/>
          </ac:cxnSpMkLst>
        </pc:cxnChg>
        <pc:cxnChg chg="add del mod">
          <ac:chgData name="Gnanasree Kummara" userId="d1adbc54644c14b5" providerId="LiveId" clId="{E9BA349C-3E67-45F2-98C7-BCD4AAB8C3EF}" dt="2026-03-23T17:14:21.951" v="825" actId="478"/>
          <ac:cxnSpMkLst>
            <pc:docMk/>
            <pc:sldMk cId="2868525077" sldId="261"/>
            <ac:cxnSpMk id="26" creationId="{990ACD3E-A6B3-D976-2E1D-79B0B36ED52C}"/>
          </ac:cxnSpMkLst>
        </pc:cxnChg>
        <pc:cxnChg chg="add del mod">
          <ac:chgData name="Gnanasree Kummara" userId="d1adbc54644c14b5" providerId="LiveId" clId="{E9BA349C-3E67-45F2-98C7-BCD4AAB8C3EF}" dt="2026-03-23T17:14:23.829" v="826" actId="478"/>
          <ac:cxnSpMkLst>
            <pc:docMk/>
            <pc:sldMk cId="2868525077" sldId="261"/>
            <ac:cxnSpMk id="28" creationId="{F4D098F2-5521-BFB2-0BEA-EB346B839CD5}"/>
          </ac:cxnSpMkLst>
        </pc:cxnChg>
        <pc:cxnChg chg="add del mod">
          <ac:chgData name="Gnanasree Kummara" userId="d1adbc54644c14b5" providerId="LiveId" clId="{E9BA349C-3E67-45F2-98C7-BCD4AAB8C3EF}" dt="2026-03-23T17:14:26.066" v="827" actId="478"/>
          <ac:cxnSpMkLst>
            <pc:docMk/>
            <pc:sldMk cId="2868525077" sldId="261"/>
            <ac:cxnSpMk id="33" creationId="{4540152E-EAFA-8888-4B4F-7084628C2B8B}"/>
          </ac:cxnSpMkLst>
        </pc:cxnChg>
        <pc:cxnChg chg="add del mod">
          <ac:chgData name="Gnanasree Kummara" userId="d1adbc54644c14b5" providerId="LiveId" clId="{E9BA349C-3E67-45F2-98C7-BCD4AAB8C3EF}" dt="2026-03-23T17:14:19.328" v="824" actId="478"/>
          <ac:cxnSpMkLst>
            <pc:docMk/>
            <pc:sldMk cId="2868525077" sldId="261"/>
            <ac:cxnSpMk id="35" creationId="{4152B3DC-EA95-422D-75AD-3827822C704E}"/>
          </ac:cxnSpMkLst>
        </pc:cxnChg>
        <pc:cxnChg chg="add del mod">
          <ac:chgData name="Gnanasree Kummara" userId="d1adbc54644c14b5" providerId="LiveId" clId="{E9BA349C-3E67-45F2-98C7-BCD4AAB8C3EF}" dt="2026-03-23T17:14:17.509" v="823" actId="478"/>
          <ac:cxnSpMkLst>
            <pc:docMk/>
            <pc:sldMk cId="2868525077" sldId="261"/>
            <ac:cxnSpMk id="37" creationId="{667F9D0A-B0BE-7404-18AB-5DD3C7E17CCF}"/>
          </ac:cxnSpMkLst>
        </pc:cxnChg>
        <pc:cxnChg chg="add">
          <ac:chgData name="Gnanasree Kummara" userId="d1adbc54644c14b5" providerId="LiveId" clId="{E9BA349C-3E67-45F2-98C7-BCD4AAB8C3EF}" dt="2026-03-19T19:11:04.938" v="544" actId="11529"/>
          <ac:cxnSpMkLst>
            <pc:docMk/>
            <pc:sldMk cId="2868525077" sldId="261"/>
            <ac:cxnSpMk id="39" creationId="{65D0E6C6-B8D7-EBA1-7EFF-07315376CA08}"/>
          </ac:cxnSpMkLst>
        </pc:cxnChg>
        <pc:cxnChg chg="add">
          <ac:chgData name="Gnanasree Kummara" userId="d1adbc54644c14b5" providerId="LiveId" clId="{E9BA349C-3E67-45F2-98C7-BCD4AAB8C3EF}" dt="2026-03-19T19:11:17.821" v="545" actId="11529"/>
          <ac:cxnSpMkLst>
            <pc:docMk/>
            <pc:sldMk cId="2868525077" sldId="261"/>
            <ac:cxnSpMk id="41" creationId="{4ED805F3-EC8B-8D2C-723B-750C875340C4}"/>
          </ac:cxnSpMkLst>
        </pc:cxnChg>
        <pc:cxnChg chg="add">
          <ac:chgData name="Gnanasree Kummara" userId="d1adbc54644c14b5" providerId="LiveId" clId="{E9BA349C-3E67-45F2-98C7-BCD4AAB8C3EF}" dt="2026-03-19T19:11:28.930" v="546" actId="11529"/>
          <ac:cxnSpMkLst>
            <pc:docMk/>
            <pc:sldMk cId="2868525077" sldId="261"/>
            <ac:cxnSpMk id="43" creationId="{24E24047-4B1E-5C03-3C95-1804167473DA}"/>
          </ac:cxnSpMkLst>
        </pc:cxnChg>
      </pc:sldChg>
      <pc:sldChg chg="modSp new mod modAnim">
        <pc:chgData name="Gnanasree Kummara" userId="d1adbc54644c14b5" providerId="LiveId" clId="{E9BA349C-3E67-45F2-98C7-BCD4AAB8C3EF}" dt="2026-03-23T15:48:38.561" v="804"/>
        <pc:sldMkLst>
          <pc:docMk/>
          <pc:sldMk cId="867339905" sldId="262"/>
        </pc:sldMkLst>
        <pc:spChg chg="mod">
          <ac:chgData name="Gnanasree Kummara" userId="d1adbc54644c14b5" providerId="LiveId" clId="{E9BA349C-3E67-45F2-98C7-BCD4AAB8C3EF}" dt="2026-03-19T19:31:27.385" v="751" actId="255"/>
          <ac:spMkLst>
            <pc:docMk/>
            <pc:sldMk cId="867339905" sldId="262"/>
            <ac:spMk id="2" creationId="{46F4854F-10D2-1A46-076F-E0EC3256C7CA}"/>
          </ac:spMkLst>
        </pc:spChg>
        <pc:spChg chg="mod">
          <ac:chgData name="Gnanasree Kummara" userId="d1adbc54644c14b5" providerId="LiveId" clId="{E9BA349C-3E67-45F2-98C7-BCD4AAB8C3EF}" dt="2026-03-19T19:31:34.845" v="752" actId="255"/>
          <ac:spMkLst>
            <pc:docMk/>
            <pc:sldMk cId="867339905" sldId="262"/>
            <ac:spMk id="3" creationId="{10784AEC-6B32-CB4D-24D2-AAACB67E0479}"/>
          </ac:spMkLst>
        </pc:spChg>
        <pc:spChg chg="mod">
          <ac:chgData name="Gnanasree Kummara" userId="d1adbc54644c14b5" providerId="LiveId" clId="{E9BA349C-3E67-45F2-98C7-BCD4AAB8C3EF}" dt="2026-03-19T19:13:44.303" v="585" actId="1076"/>
          <ac:spMkLst>
            <pc:docMk/>
            <pc:sldMk cId="867339905" sldId="262"/>
            <ac:spMk id="4" creationId="{B52F639F-2322-600B-AE1C-25FED8E13B5C}"/>
          </ac:spMkLst>
        </pc:spChg>
      </pc:sldChg>
      <pc:sldChg chg="addSp delSp modSp new mod ord modAnim">
        <pc:chgData name="Gnanasree Kummara" userId="d1adbc54644c14b5" providerId="LiveId" clId="{E9BA349C-3E67-45F2-98C7-BCD4AAB8C3EF}" dt="2026-03-23T15:47:24.468" v="803"/>
        <pc:sldMkLst>
          <pc:docMk/>
          <pc:sldMk cId="2603922392" sldId="263"/>
        </pc:sldMkLst>
        <pc:spChg chg="mod">
          <ac:chgData name="Gnanasree Kummara" userId="d1adbc54644c14b5" providerId="LiveId" clId="{E9BA349C-3E67-45F2-98C7-BCD4AAB8C3EF}" dt="2026-03-19T19:21:41.045" v="628" actId="255"/>
          <ac:spMkLst>
            <pc:docMk/>
            <pc:sldMk cId="2603922392" sldId="263"/>
            <ac:spMk id="2" creationId="{6567E83B-D60E-FF39-7EB7-A172A55A4E73}"/>
          </ac:spMkLst>
        </pc:spChg>
        <pc:spChg chg="add del mod">
          <ac:chgData name="Gnanasree Kummara" userId="d1adbc54644c14b5" providerId="LiveId" clId="{E9BA349C-3E67-45F2-98C7-BCD4AAB8C3EF}" dt="2026-03-19T19:30:01.549" v="746" actId="255"/>
          <ac:spMkLst>
            <pc:docMk/>
            <pc:sldMk cId="2603922392" sldId="263"/>
            <ac:spMk id="3" creationId="{7ED47B5B-6440-8719-78AB-E88FBB3EFD28}"/>
          </ac:spMkLst>
        </pc:spChg>
        <pc:spChg chg="mod">
          <ac:chgData name="Gnanasree Kummara" userId="d1adbc54644c14b5" providerId="LiveId" clId="{E9BA349C-3E67-45F2-98C7-BCD4AAB8C3EF}" dt="2026-03-19T19:20:06.861" v="612" actId="1076"/>
          <ac:spMkLst>
            <pc:docMk/>
            <pc:sldMk cId="2603922392" sldId="263"/>
            <ac:spMk id="4" creationId="{BD5A7E86-8198-D54B-F159-543315EA7E99}"/>
          </ac:spMkLst>
        </pc:spChg>
      </pc:sldChg>
      <pc:sldChg chg="modSp new mod">
        <pc:chgData name="Gnanasree Kummara" userId="d1adbc54644c14b5" providerId="LiveId" clId="{E9BA349C-3E67-45F2-98C7-BCD4AAB8C3EF}" dt="2026-03-19T19:31:51.133" v="753" actId="255"/>
        <pc:sldMkLst>
          <pc:docMk/>
          <pc:sldMk cId="3603262557" sldId="264"/>
        </pc:sldMkLst>
        <pc:spChg chg="mod">
          <ac:chgData name="Gnanasree Kummara" userId="d1adbc54644c14b5" providerId="LiveId" clId="{E9BA349C-3E67-45F2-98C7-BCD4AAB8C3EF}" dt="2026-03-19T19:26:11.910" v="665" actId="20577"/>
          <ac:spMkLst>
            <pc:docMk/>
            <pc:sldMk cId="3603262557" sldId="264"/>
            <ac:spMk id="2" creationId="{566E31F0-FFD8-B2E4-4F20-1D89DD8E544E}"/>
          </ac:spMkLst>
        </pc:spChg>
        <pc:spChg chg="mod">
          <ac:chgData name="Gnanasree Kummara" userId="d1adbc54644c14b5" providerId="LiveId" clId="{E9BA349C-3E67-45F2-98C7-BCD4AAB8C3EF}" dt="2026-03-19T19:31:51.133" v="753" actId="255"/>
          <ac:spMkLst>
            <pc:docMk/>
            <pc:sldMk cId="3603262557" sldId="264"/>
            <ac:spMk id="3" creationId="{B53BEE89-292B-E001-4981-2A083707773C}"/>
          </ac:spMkLst>
        </pc:spChg>
      </pc:sldChg>
      <pc:sldChg chg="modSp new mod ord">
        <pc:chgData name="Gnanasree Kummara" userId="d1adbc54644c14b5" providerId="LiveId" clId="{E9BA349C-3E67-45F2-98C7-BCD4AAB8C3EF}" dt="2026-03-24T17:28:07.076" v="902" actId="207"/>
        <pc:sldMkLst>
          <pc:docMk/>
          <pc:sldMk cId="2438521561" sldId="266"/>
        </pc:sldMkLst>
        <pc:spChg chg="mod">
          <ac:chgData name="Gnanasree Kummara" userId="d1adbc54644c14b5" providerId="LiveId" clId="{E9BA349C-3E67-45F2-98C7-BCD4AAB8C3EF}" dt="2026-03-19T19:28:46.032" v="715" actId="255"/>
          <ac:spMkLst>
            <pc:docMk/>
            <pc:sldMk cId="2438521561" sldId="266"/>
            <ac:spMk id="2" creationId="{7AFEAA4A-F6D8-FAEB-A2E6-F17EBD3177B1}"/>
          </ac:spMkLst>
        </pc:spChg>
        <pc:spChg chg="mod">
          <ac:chgData name="Gnanasree Kummara" userId="d1adbc54644c14b5" providerId="LiveId" clId="{E9BA349C-3E67-45F2-98C7-BCD4AAB8C3EF}" dt="2026-03-24T17:28:07.076" v="902" actId="207"/>
          <ac:spMkLst>
            <pc:docMk/>
            <pc:sldMk cId="2438521561" sldId="266"/>
            <ac:spMk id="3" creationId="{DF3C5A48-09DA-DF29-0D95-5509FBA17B1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9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18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277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456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627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667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61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45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02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069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532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998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674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1413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887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72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33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4ACD5C4-56B6-4AE5-88AC-794AD0CA944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248B71FD-E986-44ED-9614-E84B08F7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2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CC06-07BF-D6D3-0C70-AAE113F438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Code Genie – AI Explainer and Code Generator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C4414-D050-CC26-4E70-06A551216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6266" y="4970964"/>
            <a:ext cx="6619244" cy="646065"/>
          </a:xfrm>
        </p:spPr>
        <p:txBody>
          <a:bodyPr/>
          <a:lstStyle/>
          <a:p>
            <a:pPr lvl="8"/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8538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ACD43-F354-C02E-143D-514823F53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E20D2-139B-A5BF-6F5B-360E7E993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913319"/>
            <a:ext cx="10051762" cy="3179135"/>
          </a:xfrm>
        </p:spPr>
        <p:txBody>
          <a:bodyPr>
            <a:normAutofit/>
          </a:bodyPr>
          <a:lstStyle/>
          <a:p>
            <a:r>
              <a:rPr lang="en-US" sz="2000" dirty="0"/>
              <a:t>Learning multiple programming languages is challenging for beginners </a:t>
            </a:r>
          </a:p>
          <a:p>
            <a:r>
              <a:rPr lang="en-US" sz="2000" dirty="0"/>
              <a:t>Most tools support only a single language </a:t>
            </a:r>
          </a:p>
          <a:p>
            <a:r>
              <a:rPr lang="en-US" sz="2000" dirty="0"/>
              <a:t>Lack of explanations makes understanding difficult </a:t>
            </a:r>
          </a:p>
          <a:p>
            <a:r>
              <a:rPr lang="en-US" sz="2000" dirty="0"/>
              <a:t>Need for a simple tool that generates code from English and explains it clearly </a:t>
            </a:r>
          </a:p>
        </p:txBody>
      </p:sp>
    </p:spTree>
    <p:extLst>
      <p:ext uri="{BB962C8B-B14F-4D97-AF65-F5344CB8AC3E}">
        <p14:creationId xmlns:p14="http://schemas.microsoft.com/office/powerpoint/2010/main" val="337037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7E83B-D60E-FF39-7EB7-A172A55A4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788" y="1984744"/>
            <a:ext cx="2793158" cy="1600200"/>
          </a:xfrm>
        </p:spPr>
        <p:txBody>
          <a:bodyPr/>
          <a:lstStyle/>
          <a:p>
            <a:r>
              <a:rPr lang="en-IN" sz="3600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7B5B-6440-8719-78AB-E88FBB3EF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Develop an AI-powered web application</a:t>
            </a:r>
          </a:p>
          <a:p>
            <a:r>
              <a:rPr lang="en-US" sz="2000" dirty="0"/>
              <a:t>Convert natural language into working code</a:t>
            </a:r>
          </a:p>
          <a:p>
            <a:r>
              <a:rPr lang="en-IN" sz="2000" dirty="0"/>
              <a:t>Support multiple programming languages</a:t>
            </a:r>
          </a:p>
          <a:p>
            <a:r>
              <a:rPr lang="en-US" sz="2000" dirty="0"/>
              <a:t>Explain code step-by-step in simple English</a:t>
            </a:r>
          </a:p>
          <a:p>
            <a:r>
              <a:rPr lang="en-US" sz="2000" dirty="0"/>
              <a:t>Provide user management and feedback system</a:t>
            </a:r>
          </a:p>
          <a:p>
            <a:r>
              <a:rPr lang="en-IN" sz="2000" dirty="0"/>
              <a:t>Include admin monitoring features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A7E86-8198-D54B-F159-543315EA7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4893" y="4958080"/>
            <a:ext cx="2793158" cy="2895599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3922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EFDF9-D6B5-1504-BE74-567E84C0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DC958-CC0D-0599-63DE-33D70C0CE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Layer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C03FC-6485-FC6D-1AF0-8595BC927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3125345"/>
          </a:xfrm>
        </p:spPr>
        <p:txBody>
          <a:bodyPr>
            <a:noAutofit/>
          </a:bodyPr>
          <a:lstStyle/>
          <a:p>
            <a:r>
              <a:rPr lang="en-IN" sz="2000" dirty="0"/>
              <a:t>Frontend</a:t>
            </a:r>
          </a:p>
          <a:p>
            <a:r>
              <a:rPr lang="en-IN" sz="2000" dirty="0"/>
              <a:t>Syntax Highlighting</a:t>
            </a:r>
          </a:p>
          <a:p>
            <a:r>
              <a:rPr lang="en-IN" sz="2000" dirty="0"/>
              <a:t>Charts</a:t>
            </a:r>
          </a:p>
          <a:p>
            <a:r>
              <a:rPr lang="en-IN" sz="2000" dirty="0"/>
              <a:t>Backend</a:t>
            </a:r>
          </a:p>
          <a:p>
            <a:r>
              <a:rPr lang="en-IN" sz="2000" dirty="0"/>
              <a:t>Database</a:t>
            </a:r>
          </a:p>
          <a:p>
            <a:r>
              <a:rPr lang="en-IN" sz="2000" dirty="0"/>
              <a:t>AI Model</a:t>
            </a:r>
          </a:p>
          <a:p>
            <a:r>
              <a:rPr lang="en-IN" sz="2000" dirty="0"/>
              <a:t>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062F9B-DCDD-4C2B-30FF-7C25D15C5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Technology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9BD8B8-8B5E-7948-5DE3-EC4D255514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3125345"/>
          </a:xfrm>
        </p:spPr>
        <p:txBody>
          <a:bodyPr>
            <a:noAutofit/>
          </a:bodyPr>
          <a:lstStyle/>
          <a:p>
            <a:r>
              <a:rPr lang="en-IN" sz="2000" dirty="0"/>
              <a:t>HTML, CSS, JavaScript</a:t>
            </a:r>
          </a:p>
          <a:p>
            <a:r>
              <a:rPr lang="en-IN" sz="2000" dirty="0"/>
              <a:t>Highlight.js</a:t>
            </a:r>
          </a:p>
          <a:p>
            <a:r>
              <a:rPr lang="en-IN" sz="2000" dirty="0"/>
              <a:t>Chart.js</a:t>
            </a:r>
          </a:p>
          <a:p>
            <a:r>
              <a:rPr lang="en-IN" sz="2000" dirty="0"/>
              <a:t>Python, Flask</a:t>
            </a:r>
          </a:p>
          <a:p>
            <a:r>
              <a:rPr lang="en-IN" sz="2000" dirty="0"/>
              <a:t>SQLite</a:t>
            </a:r>
          </a:p>
          <a:p>
            <a:r>
              <a:rPr lang="es-ES" sz="2000" dirty="0"/>
              <a:t>Meta </a:t>
            </a:r>
            <a:r>
              <a:rPr lang="es-ES" sz="2000" dirty="0" err="1"/>
              <a:t>LLaMA</a:t>
            </a:r>
            <a:r>
              <a:rPr lang="es-ES" sz="2000" dirty="0"/>
              <a:t> 3.1 8B </a:t>
            </a:r>
            <a:r>
              <a:rPr lang="es-ES" sz="2000" dirty="0" err="1"/>
              <a:t>Instruct</a:t>
            </a:r>
            <a:endParaRPr lang="es-ES" sz="2000" dirty="0"/>
          </a:p>
          <a:p>
            <a:r>
              <a:rPr lang="en-IN" sz="2000" dirty="0" err="1"/>
              <a:t>HuggingFace</a:t>
            </a:r>
            <a:r>
              <a:rPr lang="en-IN" sz="2000" dirty="0"/>
              <a:t> Inference API</a:t>
            </a:r>
          </a:p>
        </p:txBody>
      </p:sp>
    </p:spTree>
    <p:extLst>
      <p:ext uri="{BB962C8B-B14F-4D97-AF65-F5344CB8AC3E}">
        <p14:creationId xmlns:p14="http://schemas.microsoft.com/office/powerpoint/2010/main" val="374565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F823B-94AD-7DAB-BE48-36DA511B9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280" y="2214328"/>
            <a:ext cx="3865134" cy="1735667"/>
          </a:xfrm>
        </p:spPr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5ABF9-97F3-01B4-6DFF-5424EA965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AF0852-FD49-C2A6-DB2D-1F76EA9194E1}"/>
              </a:ext>
            </a:extLst>
          </p:cNvPr>
          <p:cNvCxnSpPr>
            <a:cxnSpLocks/>
          </p:cNvCxnSpPr>
          <p:nvPr/>
        </p:nvCxnSpPr>
        <p:spPr>
          <a:xfrm>
            <a:off x="6198781" y="2001677"/>
            <a:ext cx="54332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053566D-72B1-9B8E-F5FE-AC5839262FB3}"/>
              </a:ext>
            </a:extLst>
          </p:cNvPr>
          <p:cNvCxnSpPr>
            <a:cxnSpLocks/>
          </p:cNvCxnSpPr>
          <p:nvPr/>
        </p:nvCxnSpPr>
        <p:spPr>
          <a:xfrm>
            <a:off x="6096000" y="5912686"/>
            <a:ext cx="55360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494105D-B006-BDF9-8378-B31523D79F29}"/>
              </a:ext>
            </a:extLst>
          </p:cNvPr>
          <p:cNvCxnSpPr>
            <a:cxnSpLocks/>
          </p:cNvCxnSpPr>
          <p:nvPr/>
        </p:nvCxnSpPr>
        <p:spPr>
          <a:xfrm flipH="1">
            <a:off x="6096000" y="2001677"/>
            <a:ext cx="102781" cy="3911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C489C5-418D-4411-A647-3555E0DEE9EA}"/>
              </a:ext>
            </a:extLst>
          </p:cNvPr>
          <p:cNvCxnSpPr>
            <a:cxnSpLocks/>
          </p:cNvCxnSpPr>
          <p:nvPr/>
        </p:nvCxnSpPr>
        <p:spPr>
          <a:xfrm>
            <a:off x="11642503" y="2001677"/>
            <a:ext cx="0" cy="3911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1C0C758-D024-606D-C1E1-07BFB6C66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937" y="2128513"/>
            <a:ext cx="4839232" cy="305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27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89503-288D-734E-A1A8-B759C5B49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Flow of the System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FA09D5-F11F-4381-BCF4-69234A988A04}"/>
              </a:ext>
            </a:extLst>
          </p:cNvPr>
          <p:cNvSpPr/>
          <p:nvPr/>
        </p:nvSpPr>
        <p:spPr>
          <a:xfrm>
            <a:off x="1805536" y="2299092"/>
            <a:ext cx="1735106" cy="79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logs 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87CF97-A885-B852-0B8E-EB1CF4E10A57}"/>
              </a:ext>
            </a:extLst>
          </p:cNvPr>
          <p:cNvSpPr/>
          <p:nvPr/>
        </p:nvSpPr>
        <p:spPr>
          <a:xfrm>
            <a:off x="1805536" y="3493880"/>
            <a:ext cx="1735106" cy="79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Select  Language</a:t>
            </a:r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3450A-4E2A-B054-97E5-682FB62FA252}"/>
              </a:ext>
            </a:extLst>
          </p:cNvPr>
          <p:cNvSpPr/>
          <p:nvPr/>
        </p:nvSpPr>
        <p:spPr>
          <a:xfrm>
            <a:off x="1805536" y="4688668"/>
            <a:ext cx="1735106" cy="79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Enter prompt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A23D9E-C875-5098-79BA-4EF410F927DD}"/>
              </a:ext>
            </a:extLst>
          </p:cNvPr>
          <p:cNvSpPr/>
          <p:nvPr/>
        </p:nvSpPr>
        <p:spPr>
          <a:xfrm>
            <a:off x="1805535" y="5883456"/>
            <a:ext cx="1735106" cy="79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Request sent to backend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C4ACE8-0A7C-E4ED-A23E-65B0186EE939}"/>
              </a:ext>
            </a:extLst>
          </p:cNvPr>
          <p:cNvSpPr/>
          <p:nvPr/>
        </p:nvSpPr>
        <p:spPr>
          <a:xfrm>
            <a:off x="8695938" y="5883456"/>
            <a:ext cx="1735105" cy="79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Explanation is generated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F61D9F-7852-409A-46AB-F2E9BC1EA840}"/>
              </a:ext>
            </a:extLst>
          </p:cNvPr>
          <p:cNvSpPr/>
          <p:nvPr/>
        </p:nvSpPr>
        <p:spPr>
          <a:xfrm>
            <a:off x="8695938" y="4688668"/>
            <a:ext cx="1735105" cy="79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clicks “Explain Code”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785496-EB23-B7E9-7F74-20C077BFBE92}"/>
              </a:ext>
            </a:extLst>
          </p:cNvPr>
          <p:cNvSpPr/>
          <p:nvPr/>
        </p:nvSpPr>
        <p:spPr>
          <a:xfrm>
            <a:off x="8695938" y="3531980"/>
            <a:ext cx="1735106" cy="79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Code is displayed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FDB3BE-97F8-3198-DE1D-52EC2215FACB}"/>
              </a:ext>
            </a:extLst>
          </p:cNvPr>
          <p:cNvSpPr/>
          <p:nvPr/>
        </p:nvSpPr>
        <p:spPr>
          <a:xfrm>
            <a:off x="8695938" y="2375292"/>
            <a:ext cx="1735106" cy="79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 model generates code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044225-E7A2-C189-28DB-4F51BF0D2219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673089" y="3096534"/>
            <a:ext cx="0" cy="397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2324FD-555E-BF53-E177-BC08B359E8C3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2673089" y="4291322"/>
            <a:ext cx="0" cy="397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44D8F88-E4A0-46BC-A7BC-F3AFFA78DA99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2673088" y="5486110"/>
            <a:ext cx="1" cy="397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5D0E6C6-B8D7-EBA1-7EFF-07315376CA08}"/>
              </a:ext>
            </a:extLst>
          </p:cNvPr>
          <p:cNvCxnSpPr>
            <a:stCxn id="16" idx="2"/>
            <a:endCxn id="11" idx="0"/>
          </p:cNvCxnSpPr>
          <p:nvPr/>
        </p:nvCxnSpPr>
        <p:spPr>
          <a:xfrm>
            <a:off x="9563491" y="3172734"/>
            <a:ext cx="0" cy="359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ED805F3-EC8B-8D2C-723B-750C875340C4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>
            <a:off x="9563491" y="4329422"/>
            <a:ext cx="0" cy="359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4E24047-4B1E-5C03-3C95-1804167473DA}"/>
              </a:ext>
            </a:extLst>
          </p:cNvPr>
          <p:cNvCxnSpPr>
            <a:stCxn id="10" idx="2"/>
            <a:endCxn id="9" idx="0"/>
          </p:cNvCxnSpPr>
          <p:nvPr/>
        </p:nvCxnSpPr>
        <p:spPr>
          <a:xfrm>
            <a:off x="9563491" y="5486110"/>
            <a:ext cx="0" cy="397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AF0D994E-A396-1DDC-DD01-19B78C11F5E7}"/>
              </a:ext>
            </a:extLst>
          </p:cNvPr>
          <p:cNvCxnSpPr>
            <a:stCxn id="8" idx="3"/>
            <a:endCxn id="16" idx="1"/>
          </p:cNvCxnSpPr>
          <p:nvPr/>
        </p:nvCxnSpPr>
        <p:spPr>
          <a:xfrm flipV="1">
            <a:off x="3540641" y="2774013"/>
            <a:ext cx="5155297" cy="35081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525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854F-10D2-1A46-076F-E0EC3256C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159" y="2007782"/>
            <a:ext cx="2793158" cy="1600200"/>
          </a:xfrm>
        </p:spPr>
        <p:txBody>
          <a:bodyPr/>
          <a:lstStyle/>
          <a:p>
            <a:r>
              <a:rPr lang="en-IN" sz="3600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84AEC-6B32-CB4D-24D2-AAACB67E0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0775" y="1143000"/>
            <a:ext cx="5190066" cy="4572000"/>
          </a:xfrm>
        </p:spPr>
        <p:txBody>
          <a:bodyPr>
            <a:normAutofit/>
          </a:bodyPr>
          <a:lstStyle/>
          <a:p>
            <a:r>
              <a:rPr lang="en-IN" sz="2000" dirty="0"/>
              <a:t>AI-based code generation (5 languages)</a:t>
            </a:r>
          </a:p>
          <a:p>
            <a:r>
              <a:rPr lang="en-IN" sz="2000" dirty="0"/>
              <a:t>Step-by-step code explanation</a:t>
            </a:r>
          </a:p>
          <a:p>
            <a:r>
              <a:rPr lang="en-IN" sz="2000" dirty="0"/>
              <a:t>Syntax highlighting for readability</a:t>
            </a:r>
          </a:p>
          <a:p>
            <a:r>
              <a:rPr lang="en-US" sz="2000" dirty="0"/>
              <a:t>User profile with code history</a:t>
            </a:r>
          </a:p>
          <a:p>
            <a:r>
              <a:rPr lang="en-IN" sz="2000" dirty="0"/>
              <a:t>Feedback and rating system</a:t>
            </a:r>
          </a:p>
          <a:p>
            <a:r>
              <a:rPr lang="en-IN" sz="2000" dirty="0"/>
              <a:t>Admin dashboard for monitoring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F639F-2322-600B-AE1C-25FED8E13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0405" y="4756061"/>
            <a:ext cx="2793158" cy="2895599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7339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31F0-FFD8-B2E4-4F20-1D89DD8E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BEE89-292B-E001-4981-2A0837077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879946"/>
            <a:ext cx="8825659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Code Genie demonstrates the practical use of Generative AI in software development and learning. It makes programming easier by generating and explaining code through a simple interface. With support for multiple languages, user-friendly features, and admin monitoring, it provides a complete AI-powered solution.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03262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EAA4A-F6D8-FAEB-A2E6-F17EBD31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4117" y="1349942"/>
            <a:ext cx="8825660" cy="1822514"/>
          </a:xfrm>
        </p:spPr>
        <p:txBody>
          <a:bodyPr/>
          <a:lstStyle/>
          <a:p>
            <a:r>
              <a:rPr lang="en-IN" sz="8000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C5A48-09DA-DF29-0D95-5509FBA17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0097" y="2164808"/>
            <a:ext cx="8825659" cy="860400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85215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1223</TotalTime>
  <Words>232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Code Genie – AI Explainer and Code Generator</vt:lpstr>
      <vt:lpstr>Problem Statement</vt:lpstr>
      <vt:lpstr>Objective</vt:lpstr>
      <vt:lpstr>Technology Stack</vt:lpstr>
      <vt:lpstr>System Architecture</vt:lpstr>
      <vt:lpstr>Working Flow of the System</vt:lpstr>
      <vt:lpstr>Features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Gnanasree Kummara</dc:creator>
  <cp:lastModifiedBy>Gnanasree Kummara</cp:lastModifiedBy>
  <cp:revision>1</cp:revision>
  <dcterms:created xsi:type="dcterms:W3CDTF">2026-03-19T18:19:10Z</dcterms:created>
  <dcterms:modified xsi:type="dcterms:W3CDTF">2026-03-24T17:28:15Z</dcterms:modified>
</cp:coreProperties>
</file>